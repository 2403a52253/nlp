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Fake News Analyzer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1. 2403A52227 - G. Naveen</a:t>
            </a:r>
          </a:p>
          <a:p>
            <a:r>
              <a:t>2. 2403A52232 - K. Rathan Dattu</a:t>
            </a:r>
          </a:p>
          <a:p>
            <a:r>
              <a:t>3. 2403A52253 - B. Eshwar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With the rapid spread of information through social media and digital platforms,</a:t>
            </a:r>
          </a:p>
          <a:p>
            <a:r>
              <a:t>distinguishing between real and fake news has become increasingly difficult.</a:t>
            </a:r>
          </a:p>
          <a:p>
            <a:endParaRPr/>
          </a:p>
          <a:p>
            <a:r>
              <a:t>Fake news can mislead people, influence public opinion, and impact elections and public safety.</a:t>
            </a:r>
          </a:p>
          <a:p>
            <a:endParaRPr/>
          </a:p>
          <a:p>
            <a:r>
              <a:t>Objective:</a:t>
            </a:r>
          </a:p>
          <a:p>
            <a:r>
              <a:t>To build an NLP model to classify news as real or fake.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General Public</a:t>
            </a:r>
          </a:p>
          <a:p>
            <a:r>
              <a:t>• Social Media Platforms</a:t>
            </a:r>
          </a:p>
          <a:p>
            <a:r>
              <a:t>• News Agencies</a:t>
            </a:r>
          </a:p>
          <a:p>
            <a:r>
              <a:t>• Government &amp; Policy Makers</a:t>
            </a:r>
          </a:p>
          <a:p>
            <a:r>
              <a:t>• Researchers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Fake and Real News Dataset (Kaggle)</a:t>
            </a:r>
          </a:p>
          <a:p>
            <a:r>
              <a:t>Model: TF-IDF + Logistic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Accuracy: ~90-95%</a:t>
            </a:r>
          </a:p>
          <a:p>
            <a:r>
              <a:t>• Good precision &amp; recall</a:t>
            </a:r>
          </a:p>
          <a:p>
            <a:r>
              <a:t>• Detects fake patterns effectively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(Cloud Hosted)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Web-based Fake News Detection System</a:t>
            </a:r>
          </a:p>
          <a:p>
            <a:r>
              <a:t>• Can be deployed on cloud platforms</a:t>
            </a:r>
          </a:p>
          <a:p>
            <a:r>
              <a:t>• Helps users verify news instantly</a:t>
            </a:r>
          </a:p>
        </p:txBody>
      </p:sp>
      <p:pic>
        <p:nvPicPr>
          <p:cNvPr id="4" name="Picture 3" descr="5d1d016a-e419-41e3-bec3-86c9ec927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4168" y="3751797"/>
            <a:ext cx="5486400" cy="23743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NLP helps detect fake news</a:t>
            </a:r>
          </a:p>
          <a:p>
            <a:r>
              <a:t>• Reduces misinformation</a:t>
            </a:r>
          </a:p>
          <a:p>
            <a:r>
              <a:t>• Future: Deep Learning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Kaggle Dataset</a:t>
            </a:r>
          </a:p>
          <a:p>
            <a:r>
              <a:t>• Research papers</a:t>
            </a:r>
          </a:p>
          <a:p>
            <a:r>
              <a:t>• NLP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190</Words>
  <Application>Microsoft Office PowerPoint</Application>
  <PresentationFormat>On-screen Show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Fake News Analyzer</vt:lpstr>
      <vt:lpstr>Problem Statement</vt:lpstr>
      <vt:lpstr>Stakeholders</vt:lpstr>
      <vt:lpstr>Dataset &amp; Model</vt:lpstr>
      <vt:lpstr>Results</vt:lpstr>
      <vt:lpstr>Application (Cloud Hosted)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Abhishek Reddy</cp:lastModifiedBy>
  <cp:revision>2</cp:revision>
  <dcterms:created xsi:type="dcterms:W3CDTF">2013-01-27T09:14:16Z</dcterms:created>
  <dcterms:modified xsi:type="dcterms:W3CDTF">2026-04-17T17:21:56Z</dcterms:modified>
  <cp:category/>
</cp:coreProperties>
</file>